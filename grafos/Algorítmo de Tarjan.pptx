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2" r:id="rId7"/>
    <p:sldId id="260" r:id="rId8"/>
    <p:sldId id="261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11/28/2019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11/28/2019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11/28/2019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11/28/2019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11/28/2019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11/28/2019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11/28/2019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B33D4C-002B-4743-B637-29B73607E3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Algoritmo de Tarjan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28D302-26AA-43E1-A7AC-076E85663B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2147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7058B3-C775-4242-8A22-313609CF8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O algoritmo Tarjan é baseado nos seguintes fatos: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B5439D-B1D5-449D-87E6-9F362C8B2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3767000"/>
          </a:xfrm>
        </p:spPr>
        <p:txBody>
          <a:bodyPr>
            <a:normAutofit fontScale="92500"/>
          </a:bodyPr>
          <a:lstStyle/>
          <a:p>
            <a:r>
              <a:rPr lang="pt-BR" dirty="0"/>
              <a:t>O algoritmo de Tarjan para componentes fortes é uma extensão da busca em profundidade.</a:t>
            </a:r>
          </a:p>
          <a:p>
            <a:r>
              <a:rPr lang="pt-BR" dirty="0"/>
              <a:t>1. A pesquisa DFS produz uma árvore / floresta DFS</a:t>
            </a:r>
            <a:br>
              <a:rPr lang="pt-BR" dirty="0"/>
            </a:br>
            <a:r>
              <a:rPr lang="pt-BR" dirty="0"/>
              <a:t>2. Componentes fortemente conectados formam subárvores da árvore DFS.</a:t>
            </a:r>
            <a:br>
              <a:rPr lang="pt-BR" dirty="0"/>
            </a:br>
            <a:r>
              <a:rPr lang="pt-BR" dirty="0"/>
              <a:t>3. Se conseguirmos encontrar o cabeçalho dessas subárvores, podemos imprimir / armazenar todos os nós nessa subárvore (incluindo o cabeçalho) e esse será um SCC.</a:t>
            </a:r>
            <a:br>
              <a:rPr lang="pt-BR" dirty="0"/>
            </a:br>
            <a:r>
              <a:rPr lang="pt-BR" dirty="0"/>
              <a:t>4. Não há aresta traseira de um SCC para outro (pode haver arestas transversais, mas as arestas transversais não serão usadas durante o processamento do gráfico).</a:t>
            </a:r>
          </a:p>
        </p:txBody>
      </p:sp>
    </p:spTree>
    <p:extLst>
      <p:ext uri="{BB962C8B-B14F-4D97-AF65-F5344CB8AC3E}">
        <p14:creationId xmlns:p14="http://schemas.microsoft.com/office/powerpoint/2010/main" val="1689424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D29F10-7DEF-4AF7-9053-3DE738D2F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Componentes Fortes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CCDB2E2-3F61-47EC-9CF8-EB3DB650F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387" y="1858066"/>
            <a:ext cx="9905999" cy="3541714"/>
          </a:xfrm>
        </p:spPr>
        <p:txBody>
          <a:bodyPr/>
          <a:lstStyle/>
          <a:p>
            <a:r>
              <a:rPr lang="pt-BR" dirty="0"/>
              <a:t>Um componente forte  de um grafo é uma parte do grafo que tem forte coesão interna mas fraca ligação com o resto do grafo</a:t>
            </a:r>
          </a:p>
        </p:txBody>
      </p:sp>
      <p:pic>
        <p:nvPicPr>
          <p:cNvPr id="1026" name="Picture 2" descr="Resultado de imagem para componente fortes grafo">
            <a:extLst>
              <a:ext uri="{FF2B5EF4-FFF2-40B4-BE49-F238E27FC236}">
                <a16:creationId xmlns:a16="http://schemas.microsoft.com/office/drawing/2014/main" id="{3F923808-D45C-4890-A539-AF5B4A144A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074" y="3018601"/>
            <a:ext cx="4979161" cy="3230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esultado de imagem para componente fortes grafo">
            <a:extLst>
              <a:ext uri="{FF2B5EF4-FFF2-40B4-BE49-F238E27FC236}">
                <a16:creationId xmlns:a16="http://schemas.microsoft.com/office/drawing/2014/main" id="{83ED1A7F-B43D-48BC-A713-379EA52D06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9338" y="3018600"/>
            <a:ext cx="3945835" cy="3315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526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DDE5D7-1023-4C54-A6BB-35386AD23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Cabeça de componentes fortes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C3BA1E6-86EC-4628-BC19-31CBA767B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Depois de uma busca em DFS, a cabeça de um componente forte é o vértice do componente que tem o menor numero de </a:t>
            </a:r>
            <a:r>
              <a:rPr lang="pt-BR" dirty="0" err="1"/>
              <a:t>pré</a:t>
            </a:r>
            <a:r>
              <a:rPr lang="pt-BR" dirty="0"/>
              <a:t>-ordem, ou seja, a cabeça do primeiro vértice do componente descoberto pela busca.</a:t>
            </a:r>
          </a:p>
        </p:txBody>
      </p:sp>
    </p:spTree>
    <p:extLst>
      <p:ext uri="{BB962C8B-B14F-4D97-AF65-F5344CB8AC3E}">
        <p14:creationId xmlns:p14="http://schemas.microsoft.com/office/powerpoint/2010/main" val="48173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225AA1-9BE6-4A05-9064-A7A7A33F9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tarjan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ED6286-E6E9-4429-85F1-939C998AC7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Disco:</a:t>
            </a:r>
            <a:r>
              <a:rPr lang="pt-BR" dirty="0"/>
              <a:t> este é o momento em que um nó é visitado no dia 1 </a:t>
            </a:r>
            <a:r>
              <a:rPr lang="pt-BR" baseline="30000" dirty="0"/>
              <a:t>.</a:t>
            </a:r>
            <a:r>
              <a:rPr lang="pt-BR" dirty="0"/>
              <a:t> durante a travessia do DFS Para os nós A, B, C, .., J na árvore DFS, os valores do disco são 1, 2, 3, .., 10.</a:t>
            </a:r>
          </a:p>
          <a:p>
            <a:r>
              <a:rPr lang="pt-BR" b="1" dirty="0"/>
              <a:t>Baixo: </a:t>
            </a:r>
            <a:r>
              <a:rPr lang="pt-BR" dirty="0"/>
              <a:t>Na árvore DFS, as arestas da árvore nos levam adiante, do nó ancestral a um de seus descendentes. Por exemplo, no nó C, as arestas da árvore podem nos levar ao nó G, nó I etc.</a:t>
            </a:r>
          </a:p>
        </p:txBody>
      </p:sp>
    </p:spTree>
    <p:extLst>
      <p:ext uri="{BB962C8B-B14F-4D97-AF65-F5344CB8AC3E}">
        <p14:creationId xmlns:p14="http://schemas.microsoft.com/office/powerpoint/2010/main" val="1586031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171800-974F-4856-8E6D-E4C91CD38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tarjan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DCBA5FF-BA74-4115-B6A3-06769E830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Durante a DFS de um grafo, o algoritmo propõe que podemos numerar os vértices de acordo com o inicio término dessa exploração</a:t>
            </a:r>
          </a:p>
          <a:p>
            <a:r>
              <a:rPr lang="pt-BR" dirty="0"/>
              <a:t>Utilizado para buscar componentes fortemente conectados</a:t>
            </a:r>
          </a:p>
          <a:p>
            <a:r>
              <a:rPr lang="pt-BR" dirty="0"/>
              <a:t>Recebe um grafo dirigido e a saída é um grafo de vértices</a:t>
            </a:r>
          </a:p>
        </p:txBody>
      </p:sp>
    </p:spTree>
    <p:extLst>
      <p:ext uri="{BB962C8B-B14F-4D97-AF65-F5344CB8AC3E}">
        <p14:creationId xmlns:p14="http://schemas.microsoft.com/office/powerpoint/2010/main" val="1480690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88788F-2A9A-4558-B50D-E92C3D665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EA4A65C3-33DF-452D-AA62-090AB4B5B2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622" y="506895"/>
            <a:ext cx="11850755" cy="5844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238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D7AB2D-16BB-49B7-92A3-62E0027A1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C0040A4-F59D-4644-9D68-99FBB485B3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03BA362-F31A-4F99-A9B6-2B0CFFCBA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" y="323850"/>
            <a:ext cx="12011025" cy="621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1235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90BE7E-F105-4DAE-9B22-9E4D046C9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código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BC98BB-989C-4C8F-B8F3-8C3A5C064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70524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56</TotalTime>
  <Words>326</Words>
  <Application>Microsoft Office PowerPoint</Application>
  <PresentationFormat>Widescreen</PresentationFormat>
  <Paragraphs>16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2" baseType="lpstr">
      <vt:lpstr>Arial</vt:lpstr>
      <vt:lpstr>Tw Cen MT</vt:lpstr>
      <vt:lpstr>Circuito</vt:lpstr>
      <vt:lpstr>Algoritmo de Tarjan</vt:lpstr>
      <vt:lpstr>O algoritmo Tarjan é baseado nos seguintes fatos: </vt:lpstr>
      <vt:lpstr>Componentes Fortes</vt:lpstr>
      <vt:lpstr>Cabeça de componentes fortes</vt:lpstr>
      <vt:lpstr>Algoritmo de tarjan</vt:lpstr>
      <vt:lpstr>Algoritmo de tarjan</vt:lpstr>
      <vt:lpstr>Apresentação do PowerPoint</vt:lpstr>
      <vt:lpstr>Apresentação do PowerPoint</vt:lpstr>
      <vt:lpstr>código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Algorítmo de Tarjan</dc:title>
  <dc:creator>Éricles Miller</dc:creator>
  <cp:lastModifiedBy>Éricles Miller</cp:lastModifiedBy>
  <cp:revision>6</cp:revision>
  <dcterms:created xsi:type="dcterms:W3CDTF">2019-11-28T18:59:14Z</dcterms:created>
  <dcterms:modified xsi:type="dcterms:W3CDTF">2019-11-28T19:56:11Z</dcterms:modified>
</cp:coreProperties>
</file>